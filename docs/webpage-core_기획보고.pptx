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244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9DB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전기기능사 학습 서비스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집중(MVP)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보고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960120" y="4251960"/>
            <a:ext cx="2194560" cy="0"/>
          </a:xfrm>
          <a:prstGeom prst="line">
            <a:avLst/>
          </a:prstGeom>
          <a:noFill/>
          <a:ln w="50800">
            <a:solidFill>
              <a:srgbClr val="2E6F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8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합격에 직결되는 핵심만 — 군더더기 제거 · 단계적 확장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실전(CBT)</a:t>
            </a:r>
            <a:r>
              <a:rPr lang="en-US" sz="1400" dirty="0">
                <a:solidFill>
                  <a:srgbClr val="7C9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 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암기(플립카드)</a:t>
            </a:r>
            <a:r>
              <a:rPr lang="en-US" sz="1400" dirty="0">
                <a:solidFill>
                  <a:srgbClr val="7C9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 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이해(시뮬레이터)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8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webpage-core · 독립 사이트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ONE-PAGE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 — 합격에 직결되는 핵심만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280160" cy="0"/>
          </a:xfrm>
          <a:prstGeom prst="line">
            <a:avLst/>
          </a:prstGeom>
          <a:noFill/>
          <a:ln w="38100">
            <a:solidFill>
              <a:srgbClr val="2E6F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2763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군더더기를 걷어내고, 합격에 가장 크게 기여하는 세 가지 학습 활동만 한 사이트에 모았습니다.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E8F0FA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4688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0779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모의고사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필기 = CBT 방식.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응시·자동채점·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진단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42232" y="329184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07408" y="224028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E4F2EC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07408" y="24688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8848" y="290779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플립 암기카드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90288" y="36118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 인출·분산 반복으로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빈출 개념을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확실히 기억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01000" y="329184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66176" y="224028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6EEDF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66176" y="24688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76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57616" y="290779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시뮬레이터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49056" y="361188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난해한 개념을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조작하며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원리로 이해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루프 = 실전(CBT) + 암기(플립카드) + 이해(시뮬레이터)  →  세 진입점만 둔 깔끔한 첫 화면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전기기능사 학습 서비스 · 핵심 기능 집중(MVP) 기획 보고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SELECTION PRINCIPLES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원칙 — 무엇을 넣고 뺄지 가른 기준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280160" cy="0"/>
          </a:xfrm>
          <a:prstGeom prst="line">
            <a:avLst/>
          </a:prstGeom>
          <a:noFill/>
          <a:ln w="38100">
            <a:solidFill>
              <a:srgbClr val="2E6F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2697480" cy="91440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 직접 기여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2295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필기 합격에 곧바로 작용하는 활동인가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828800"/>
            <a:ext cx="2697480" cy="91440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520440" y="3063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군더더기 제거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0168" y="3657600"/>
            <a:ext cx="2295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학습과 무관한 장식·죽은 링크·과한 통계 제거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828800"/>
            <a:ext cx="2697480" cy="91440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00800" y="3063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시수 대비 효과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10528" y="3657600"/>
            <a:ext cx="2295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개발·운영 투입 대비 학습 효과가 큰가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89720" y="182880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89720" y="1828800"/>
            <a:ext cx="2697480" cy="91440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1488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281160" y="3063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단계적 확장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90888" y="3657600"/>
            <a:ext cx="2295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핵심, 나머지는 단계별로 확장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요약: 합격에 직접 기여하고, 군더더기가 없으며, 시수 대비 효과가 크고, 단계적으로 넓힐 수 있는 기능만 1차에 담았습니다.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전기기능사 학습 서비스 · 핵심 기능 집중(MVP) 기획 보고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[꼭 필요한 영역] 핵심 기능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모의고사 — 실전 그대로, 약점까지 진단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280160" cy="0"/>
          </a:xfrm>
          <a:prstGeom prst="line">
            <a:avLst/>
          </a:prstGeom>
          <a:noFill/>
          <a:ln w="38100">
            <a:solidFill>
              <a:srgbClr val="2E6F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6583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5989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CBT 응시 · 자동 채점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오답노트 · 취약 영역 진단 · 이어풀기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카테고리: 과목별 · 회차별 · N회 빈출 · 고난도 모음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 구간 그룹핑으로 긴 목록 가독성 확보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가이드: 이렇게 활용 / 왜 중요한지 안내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군더더기 제거 — 삼각형 통계·D-Day·오늘의 도전 삭제, 학습곡선 심플화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1691640"/>
            <a:ext cx="4325112" cy="4526280"/>
          </a:xfrm>
          <a:prstGeom prst="roundRect">
            <a:avLst>
              <a:gd name="adj" fmla="val 1691"/>
            </a:avLst>
          </a:prstGeom>
          <a:solidFill>
            <a:srgbClr val="E8F0FA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438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핵심인가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2331720"/>
            <a:ext cx="3886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필기 시험이 CBT 방식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형태로 응시 = 시험장 적응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진단으로 공부를 효율적으로 배분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실전·약점진단이 합격에 가장 직접적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전기기능사 학습 서비스 · 핵심 기능 집중(MVP) 기획 보고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[꼭 필요한 영역] 핵심 기능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플립 암기카드 — 능동 인출로 빈출 개념 고정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280160" cy="0"/>
          </a:xfrm>
          <a:prstGeom prst="line">
            <a:avLst/>
          </a:prstGeom>
          <a:noFill/>
          <a:ln w="38100">
            <a:solidFill>
              <a:srgbClr val="2E7D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6583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5989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과목 3개 + 과목당 약 5개 챕터로 균등 분배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챕터를 바로 선택해 학습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/ → 키, 양옆 화살표로 카드 이동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출제: 10 / 20 / 30장 선택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가이드 제공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‘다음 카드’ 버그 수정 — 끊김 없는 학습 흐름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1691640"/>
            <a:ext cx="4325112" cy="4526280"/>
          </a:xfrm>
          <a:prstGeom prst="roundRect">
            <a:avLst>
              <a:gd name="adj" fmla="val 1691"/>
            </a:avLst>
          </a:prstGeom>
          <a:solidFill>
            <a:srgbClr val="E4F2EC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438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핵심인가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2331720"/>
            <a:ext cx="3886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 인출 + 분산 반복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빈출 개념 암기에 효과가 검증된 방식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시간에 반복 학습 가능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개념 암기 효율을 끌어올림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전기기능사 학습 서비스 · 핵심 기능 집중(MVP) 기획 보고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576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76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[꼭 필요한 영역] 핵심 기능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시뮬레이터 — 핵심 12개로 원리 이해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280160" cy="0"/>
          </a:xfrm>
          <a:prstGeom prst="line">
            <a:avLst/>
          </a:prstGeom>
          <a:noFill/>
          <a:ln w="38100">
            <a:solidFill>
              <a:srgbClr val="B576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27632"/>
            <a:ext cx="644652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9222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76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(핵심 12종)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39696"/>
            <a:ext cx="5806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옴의 법칙 · 회로 종합 · 키르히호프 · 직병렬 · 전압분배 · 전류분배 · 테브난 · RLC 공진 · 3상 전력 · 변압기 권수비 · 유도전동기 · 역률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5806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계측기 톤의 시각화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좌(시각화) / 우(변수) — 한 화면 무스크롤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전체화면 버튼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2줄 설명 + ‘이렇게 보세요 / 시험 포인트’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78040" y="1627632"/>
            <a:ext cx="4462272" cy="4617720"/>
          </a:xfrm>
          <a:prstGeom prst="roundRect">
            <a:avLst>
              <a:gd name="adj" fmla="val 1639"/>
            </a:avLst>
          </a:prstGeom>
          <a:solidFill>
            <a:srgbClr val="F6EEDF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17922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76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핵심인가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0" y="2249424"/>
            <a:ext cx="40233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난해한 개념을 직접 조작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글·공식만으로 어려운 원리를 체득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학습 서비스와의 차별화 포인트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= 합격 빈출 핵심에 집중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전기기능사 학습 서비스 · 핵심 기능 집중(MVP) 기획 보고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576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576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[나중에 추가할 영역]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왜 뺐나 — 추후 반영 계획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280160" cy="0"/>
          </a:xfrm>
          <a:prstGeom prst="line">
            <a:avLst/>
          </a:prstGeom>
          <a:noFill/>
          <a:ln w="38100">
            <a:solidFill>
              <a:srgbClr val="B5762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573546"/>
              </p:ext>
            </p:extLst>
          </p:nvPr>
        </p:nvGraphicFramePr>
        <p:xfrm>
          <a:off x="548640" y="1691640"/>
          <a:ext cx="11091672" cy="42153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 사유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추후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소식지 (/news)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기능 아님(마케팅·리텐션), 콘텐츠 운영 리소스 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576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2+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허브 · 학습가이드/합격후기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(준비중 placeholder)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미완·기능 없음, 죽은 링크 — 지금은 과함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576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정식 기능화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시뮬레이터 나머지 86개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(총 98 중 12만 채택)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합격 빈출 기여 낮음 · 범위 과다 · 개발/QA 시수 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576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단계적 확대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학습코치 · 다른해설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키·비용·운영 필요 — 인프라/비용 부담, MVP엔 과함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576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2~3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로그인/회원/결제/장바구니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게시판/공지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B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백엔드·운영 시수 큼, 합격 핵심 아님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 err="1">
                          <a:solidFill>
                            <a:srgbClr val="B576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온라이팀</a:t>
                      </a:r>
                      <a:r>
                        <a:rPr lang="ko-KR" altLang="en-US" sz="1200" b="1" dirty="0">
                          <a:solidFill>
                            <a:srgbClr val="B576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연결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사유: “아직은 과하다 / 개발·운영 시수 큼 / 합격 핵심 기여 낮음 → MVP는 핵심에 집중, 나머지는 단계적 반영.”</a:t>
            </a:r>
            <a:endParaRPr lang="en-US" sz="1250" dirty="0"/>
          </a:p>
        </p:txBody>
      </p:sp>
      <p:sp>
        <p:nvSpPr>
          <p:cNvPr id="6" name="Text 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전기기능사 학습 서비스 · 핵심 기능 집중(MVP) 기획 보고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— 핵심 출시 후 단계적 확장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280160" cy="0"/>
          </a:xfrm>
          <a:prstGeom prst="line">
            <a:avLst/>
          </a:prstGeom>
          <a:noFill/>
          <a:ln w="38100">
            <a:solidFill>
              <a:srgbClr val="2E6F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E8F0FA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3520440" cy="566928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8366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6F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· 핵심 MVP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모의고사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플립 암기카드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12종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깔끔한 3진입점 랜딩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32504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61688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E4F2EC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1688" y="1828800"/>
            <a:ext cx="3520440" cy="56692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4361688" y="188366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61688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29718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 단계적 확대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다른해설·학습코치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소식지(/news)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45552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74736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6EEDF"/>
          </a:solidFill>
          <a:ln w="12700">
            <a:solidFill>
              <a:srgbClr val="D6DEE7"/>
            </a:solidFill>
            <a:prstDash val="solid"/>
          </a:ln>
          <a:effectLst>
            <a:outerShdw blurRad="76200" dist="25400" dir="5400000" algn="bl" rotWithShape="0">
              <a:srgbClr val="BFC8D2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74736" y="1828800"/>
            <a:ext cx="3520440" cy="566928"/>
          </a:xfrm>
          <a:prstGeom prst="rect">
            <a:avLst/>
          </a:prstGeom>
          <a:solidFill>
            <a:srgbClr val="B5762A"/>
          </a:solidFill>
          <a:ln/>
        </p:spPr>
      </p:sp>
      <p:sp>
        <p:nvSpPr>
          <p:cNvPr id="20" name="Text 18"/>
          <p:cNvSpPr/>
          <p:nvPr/>
        </p:nvSpPr>
        <p:spPr>
          <a:xfrm>
            <a:off x="8174736" y="188366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74736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76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86216" y="29718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로그인·회원·결제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커뮤니티·게시판/공지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학습가이드/후기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핵심을 먼저 빠르게 출시하고, 검증된 순서로 시뮬레이터·AI·커뮤니티를 단계적으로 확장합니다.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전기기능사 학습 서비스 · 핵심 기능 집중(MVP) 기획 보고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DB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합격에 직결되는 핵심만 — 빠르게 출시하고, 단계적으로 키운다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3200400"/>
            <a:ext cx="2011680" cy="0"/>
          </a:xfrm>
          <a:prstGeom prst="line">
            <a:avLst/>
          </a:prstGeom>
          <a:noFill/>
          <a:ln w="50800">
            <a:solidFill>
              <a:srgbClr val="2E6F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61188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27486E"/>
          </a:solidFill>
          <a:ln w="12700">
            <a:solidFill>
              <a:srgbClr val="3A5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404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출시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3891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군더더기 제거로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핵심부터 신속 런칭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361188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27486E"/>
          </a:solidFill>
          <a:ln w="12700">
            <a:solidFill>
              <a:srgbClr val="3A5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38404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 집중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43891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실전·암기·이해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루프에 자원 집중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361188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27486E"/>
          </a:solidFill>
          <a:ln w="12700">
            <a:solidFill>
              <a:srgbClr val="3A5B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8404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 확장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43891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후 시뮬·AI·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C8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단계 확대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9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전기기능사 학습 서비스 · webpage-core 핵심 기능 집중(MVP) 기획 보고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870</Words>
  <Application>Microsoft Office PowerPoint</Application>
  <PresentationFormat>와이드스크린</PresentationFormat>
  <Paragraphs>163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전기기능사 학습 서비스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webpage-core 핵심 기능 집중(MVP) 기획 보고</dc:title>
  <dc:subject>PptxGenJS Presentation</dc:subject>
  <dc:creator>기획팀</dc:creator>
  <cp:lastModifiedBy>애드투 주식회사</cp:lastModifiedBy>
  <cp:revision>2</cp:revision>
  <dcterms:created xsi:type="dcterms:W3CDTF">2026-05-18T06:10:11Z</dcterms:created>
  <dcterms:modified xsi:type="dcterms:W3CDTF">2026-05-18T06:16:35Z</dcterms:modified>
</cp:coreProperties>
</file>